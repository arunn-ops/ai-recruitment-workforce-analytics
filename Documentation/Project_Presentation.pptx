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EA5E9"/>
                </a:solidFill>
                <a:latin typeface="Segoe UI"/>
              </a:defRPr>
            </a:pPr>
            <a:r>
              <a:t>AI Recruitment &amp; Workforce Analytics</a:t>
            </a:r>
          </a:p>
          <a:p>
            <a:br/>
            <a:pPr algn="l">
              <a:defRPr sz="2000">
                <a:solidFill>
                  <a:srgbClr val="F8FAFC"/>
                </a:solidFill>
                <a:latin typeface="Segoe UI"/>
              </a:defRPr>
            </a:pPr>
            <a:r>
              <a:t>Dashboard &amp; Predictive Machine Learning Solution</a:t>
            </a:r>
            <a:br/>
            <a:r>
              <a:t>Prepared for Executive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Traditional hiring processes are slow, opaque, and heavily manual.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Sourcing channel costs are high, but conversion metrics are poorly understood.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Recruiters struggle to prioritize resumes, resulting in lost top talent.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Lack of predictive systems to evaluate the probability of hire early in the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Build an interactive reporting dashboard to track talent acquisition KPIs.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Implement a standard Star Schema Data Model for recruitment data warehousing.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Run machine learning algorithms in Python to predict candidate selection outcomes.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Provide data-backed insights on source efficacy and recruiter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Database Architecture (Star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Fact_Recruitment: Contains salary details, test scores, notice periods, and status keys.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Dim_Candidate: Candidate IDs, names, location, age, gender, education, and university.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Dim_Department: Department segmentation (IT, HR, Sales, Finance, etc.).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Dim_Recruiter: Recruiter assignments for time-tracking and workloads.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Dim_Date: Role metrics linked to application, interview, offer, and joining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Python ML Module: Pipeline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data_cleaning.py: Imputes missing values, enforces date hierarchies, removes duplicate records.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preprocessing.py: Applies StandardScaler to numeric values, OneHotEncoder to categories, and splits train/test partitions.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prediction_model.py: Fits a Random Forest Classifier to evaluate selection probabilities.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Model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Classifier Type: Random Forest Classifier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Prediction Task: Candidate Result (Selected vs. Rejected)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Model Accuracy: 90%+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Primary Drivers: Technical Evaluation Score, HR Interview Score, ATS Resume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Power BI Dashboard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Page 1: Executive Summary (Core recruitment metrics &amp; trends)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Page 2: Recruitment Analysis (Funnels, source conversions, TTH)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Page 3: Candidate Analytics (Demographics, qualifications, skill profiles)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Page 4: Salary Analytics (Offered vs. expected salaries, variances)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Page 5: Recruiter Performance (Hires, speed, and conversion rates)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Employee Referrals: Lowest volume but highest hire conversion (3x higher than job portals).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Sourcing Budget: Portals receive the most applications but suffer from poor qualification rates.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Notices: Higher experience candidates face 60-90 day notices, lagging critical backend hiring cycles.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Tech Scores: Standardizing technical score thresholds significantly reduces bad-hire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A5E9"/>
                </a:solidFill>
                <a:latin typeface="Segoe UI"/>
              </a:defRPr>
            </a:pPr>
            <a:r>
              <a:t>Recommendations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Automated Screening: Integrate the Python predictive model with ATS pipelines.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Sourcing Optimization: Reallocate marketing budget from poor portals to referral bonuses.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Recruiter Workload Balancing: Automate initial communications to resolve hiring delays.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• Advanced Analytics: Incorporate employee attrition models once hires hit 1-year tenures.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EA5E9"/>
                </a:solidFill>
                <a:latin typeface="Segoe UI"/>
              </a:defRPr>
            </a:pPr>
            <a:r>
              <a:t>Conclusion</a:t>
            </a:r>
          </a:p>
          <a:p>
            <a:br/>
            <a:pPr algn="l">
              <a:defRPr sz="2000">
                <a:solidFill>
                  <a:srgbClr val="F8FAFC"/>
                </a:solidFill>
                <a:latin typeface="Segoe UI"/>
              </a:defRPr>
            </a:pPr>
            <a:r>
              <a:t>• By unifying database models, machine learning, and business intelligence, this platform delivers an end-to-end operational tool for workforce optimization.</a:t>
            </a:r>
            <a:br/>
            <a:br/>
            <a:r>
              <a:t>Thank you!</a:t>
            </a:r>
            <a:br/>
            <a:r>
              <a:t>Questions &amp; Feedback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